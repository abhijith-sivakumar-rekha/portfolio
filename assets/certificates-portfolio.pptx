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14400"/>
            <a:ext cx="109728" cy="4389120"/>
          </a:xfrm>
          <a:prstGeom prst="rect">
            <a:avLst/>
          </a:prstGeom>
          <a:solidFill>
            <a:srgbClr val="5A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t>CERTIFICATIONS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788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D2DC"/>
                </a:solidFill>
                <a:latin typeface="Aptos"/>
              </a:defRPr>
            </a:pPr>
            <a:r>
              <a:t>Abhijith Sivakumar Rekha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36576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1BED1"/>
                </a:solidFill>
                <a:latin typeface="Aptos"/>
              </a:defRPr>
            </a:pPr>
            <a:r>
              <a:t>A collection of completed training and online courses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</a:defRPr>
            </a:pPr>
            <a:r>
              <a:t>CERTIFICATES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216152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AWS Cloud Practitioner Essentials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AWS Training &amp; Certification • Completed March 28,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Learn Java Course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Codecademy • May 1,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16936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98648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Technical Support Fundamentals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Google via Coursera • May 10,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8184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39896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The Bits and Bytes of Computer Networking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Google via Coursera • June 1,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94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581144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Generative AI: Prompt Engineering Basics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IBM via Coursera • March 28, 2025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868680" y="544068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D2DC"/>
                </a:solidFill>
              </a:defRPr>
            </a:pPr>
            <a:r>
              <a:t>06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600200" y="5422392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t>Python for Data Science, AI &amp; Development</a:t>
            </a:r>
          </a:p>
          <a:p>
            <a:pPr>
              <a:defRPr sz="1100">
                <a:solidFill>
                  <a:srgbClr val="B1BED1"/>
                </a:solidFill>
              </a:defRPr>
            </a:pPr>
            <a:r>
              <a:t>IBM via Coursera • Completed April 26,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01  |  AWS Cloud Practitioner Essentials</a:t>
            </a:r>
          </a:p>
        </p:txBody>
      </p:sp>
      <p:pic>
        <p:nvPicPr>
          <p:cNvPr id="4" name="Picture 3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893" y="658368"/>
            <a:ext cx="7611909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02  |  Learn Java Course</a:t>
            </a:r>
          </a:p>
        </p:txBody>
      </p:sp>
      <p:pic>
        <p:nvPicPr>
          <p:cNvPr id="4" name="Picture 3" descr="ce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078" y="658368"/>
            <a:ext cx="4169538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03  |  Technical Support Fundamentals</a:t>
            </a:r>
          </a:p>
        </p:txBody>
      </p:sp>
      <p:pic>
        <p:nvPicPr>
          <p:cNvPr id="4" name="Picture 3" descr="ce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2" y="658368"/>
            <a:ext cx="763255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04  |  The Bits and Bytes of Computer Networking</a:t>
            </a:r>
          </a:p>
        </p:txBody>
      </p:sp>
      <p:pic>
        <p:nvPicPr>
          <p:cNvPr id="4" name="Picture 3" descr="ce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2" y="658368"/>
            <a:ext cx="763255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05  |  Generative AI: Prompt Engineering Basics</a:t>
            </a:r>
          </a:p>
        </p:txBody>
      </p:sp>
      <p:pic>
        <p:nvPicPr>
          <p:cNvPr id="4" name="Picture 3" descr="ce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2" y="658368"/>
            <a:ext cx="763255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06  |  Python for Data Science, AI &amp; Development</a:t>
            </a:r>
          </a:p>
        </p:txBody>
      </p:sp>
      <p:pic>
        <p:nvPicPr>
          <p:cNvPr id="4" name="Picture 3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58368"/>
            <a:ext cx="7607808" cy="5897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